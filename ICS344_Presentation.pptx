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05840"/>
            <a:ext cx="54864" cy="310896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 Security Lab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 · Information Security · Term 252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Fahd University of Petroleum and Minerals (KFUPM)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Alshayea  ·  Rakan Alsaeed  ·  Khalid Aljohani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 Vulnerabilities  ·  10 Exploits  ·  10 Fixes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is DVSA?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502920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36576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OWASP's Damn Vulnerable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Application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</a:rPr>
              <a:t>Intentionally vulnerable app deployed on AWS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</a:rPr>
              <a:t>Uses Lambda, API Gateway, S3, DynamoDB, Cognito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</a:rPr>
              <a:t>Designed for hands-on serverless security training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</a:rPr>
              <a:t>Built by OWASP for educational purposes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731520"/>
            <a:ext cx="320040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731520"/>
            <a:ext cx="54864" cy="36576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22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</a:rPr>
              <a:t>OUR TASK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2344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</a:rPr>
              <a:t>Investigate 10 vulnerabilities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</a:rPr>
              <a:t>Exploit each one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</a:rPr>
              <a:t>Apply a targeted fix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</a:rPr>
              <a:t>Verify the fix works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</a:rPr>
              <a:t>Document everything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 Vulnerabilities at a Glance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2651760"/>
                <a:gridCol w="201168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Vulnerability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AWS Service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C2A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Event Injection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Lambda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5C2A"/>
                          </a:solidFill>
                        </a:rPr>
                        <a:t>RCE inside Lambda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C2A"/>
                          </a:solidFill>
                        </a:rPr>
                        <a:t>02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Broken Authentication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Lambda + Cognito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5C2A"/>
                          </a:solidFill>
                        </a:rPr>
                        <a:t>Account impersonation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C2A"/>
                          </a:solidFill>
                        </a:rPr>
                        <a:t>03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Sensitive Info Disclosure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Lambda + S3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5C2A"/>
                          </a:solidFill>
                        </a:rPr>
                        <a:t>All receipts exposed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C2A"/>
                          </a:solidFill>
                        </a:rPr>
                        <a:t>04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Insecure Cloud Config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S3 + Lambda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5C2A"/>
                          </a:solidFill>
                        </a:rPr>
                        <a:t>AWS credential theft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C2A"/>
                          </a:solidFill>
                        </a:rPr>
                        <a:t>05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Broken Access Control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Lambda + DynamoDB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5C2A"/>
                          </a:solidFill>
                        </a:rPr>
                        <a:t>Privilege escalation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06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Denial of Service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API Gateway + Lambda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</a:rPr>
                        <a:t>Billing unavailable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07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Over-Privileged Function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IAM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</a:rPr>
                        <a:t>Account-wide blast radius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08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Logic Vulnerability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Lambda + DynamoDB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</a:rPr>
                        <a:t>Order state corruption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C2A"/>
                          </a:solidFill>
                        </a:rPr>
                        <a:t>09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Vulnerable Dependencies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Lambda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5C2A"/>
                          </a:solidFill>
                        </a:rPr>
                        <a:t>RCE via library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C2A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Unhandled Exceptions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</a:rPr>
                        <a:t>Lambda + API Gateway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5C2A"/>
                          </a:solidFill>
                        </a:rPr>
                        <a:t>Source code leaked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Lesson 1 — Event Injection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85800"/>
            <a:ext cx="54864" cy="37490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58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</a:rPr>
              <a:t>VULNERABILITY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node-serialize calls eval() on _$$ND_FUNC$$_ marker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Executed on line 1 of handler — before any auth check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Attacker-controlled request body → code execution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6858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685800"/>
            <a:ext cx="54864" cy="3749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758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EXPLOIT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14300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curl POST with {"action":"_$$ND_FUNC$$_function(){...}()"}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Lambda writes /tmp/pwned.txt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CloudWatch logs "FILE READ SUCCESS"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HTTP response: 500 (expected — code ran before crash)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6858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685800"/>
            <a:ext cx="54864" cy="37490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758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043"/>
                </a:solidFill>
              </a:rPr>
              <a:t>FIX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14300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Replace serialize.unserialize(event.body)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→ with JSON.parse(event.body)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JSON.parse() produces data only — never evaluates code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Add allowlist check on action field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" y="4617720"/>
            <a:ext cx="877824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2A"/>
                </a:solidFill>
              </a:rPr>
              <a:t>IMPACT 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Remote Code Execution inside Lambda · File system access · Temporary AWS credential exposure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Lesson 2 — Broken Authentication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85800"/>
            <a:ext cx="54864" cy="37490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58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</a:rPr>
              <a:t>VULNERABILITY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Lambda decodes JWT payload with base64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Never verifies the signature against Cognito JWKS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Trusts username/sub directly from decoded payload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6858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685800"/>
            <a:ext cx="54864" cy="3749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758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EXPLOIT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14300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Take User B's token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Swap username/sub in payload → User C's values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Keep original (now-invalid) signature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Server accepts it → returns User C's orders + PII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6858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685800"/>
            <a:ext cx="54864" cy="37490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758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043"/>
                </a:solidFill>
              </a:rPr>
              <a:t>FIX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14300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Fetch Cognito JWKS public keys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Verify signature with node-jose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Validate iss, exp, token_use claims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Only then extract username/sub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" y="4617720"/>
            <a:ext cx="877824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2A"/>
                </a:solidFill>
              </a:rPr>
              <a:t>IMPACT 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Any authenticated user can impersonate any other user and access their full order history and PII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Lesson 3 — Sensitive Information Disclosure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554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14400"/>
            <a:ext cx="1554480" cy="5486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05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  Regular user sends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13898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malicious POST /order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37360" y="12070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0" y="914400"/>
            <a:ext cx="1554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914400"/>
            <a:ext cx="1554480" cy="54864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005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  Event Injection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84832" y="13898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executes JS in Lambda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0" y="12070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0480" y="914400"/>
            <a:ext cx="1554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914400"/>
            <a:ext cx="1554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1005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  Injected code calls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13632" y="13898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DVSA-ADMIN-GET-RECEIPT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94960" y="12070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0" y="914400"/>
            <a:ext cx="1554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914400"/>
            <a:ext cx="1554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1005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  Signed S3 URL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42432" y="13898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returned via CloudWatch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23760" y="12070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98080" y="914400"/>
            <a:ext cx="1554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914400"/>
            <a:ext cx="1554480" cy="54864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1005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  Download ZIP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71232" y="13898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ALL users' receipts exposed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2103120"/>
            <a:ext cx="411480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2103120"/>
            <a:ext cx="54864" cy="26060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</a:rPr>
              <a:t>ROOT CAUSES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2578608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serialize.unserialize(event.body) — executes attacker JS (Lesson 1 entry point)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DVSA-ADMIN-GET-RECEIPT has no caller authorization — any Lambda with IAM invoke permission can call 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ORDER-MANAGER's IAM role grants lambda:InvokeFunction on admin functions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0" y="2103120"/>
            <a:ext cx="429768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103120"/>
            <a:ext cx="54864" cy="26060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194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043"/>
                </a:solidFill>
              </a:rPr>
              <a:t>FIX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2578608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Primary: replace unserialize with JSON.parse → removes injection entry point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Secondary: add caller authorization inside DVSA-ADMIN-GET-RECEIPT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Restrict ORDER-MANAGER IAM role — remove invoke permission for admin Lambdas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Lesson 4 — Insecure Cloud Configuration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40233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85800"/>
            <a:ext cx="54864" cy="13716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58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</a:rPr>
              <a:t>WEAKNESS 1  —  S3 Bucket Policy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Principal: "*"  →  anyone can upload files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(no authentication required)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685800"/>
            <a:ext cx="40233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685800"/>
            <a:ext cx="54864" cy="13716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758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</a:rPr>
              <a:t>WEAKNESS 2  —  is_safe() Disabled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43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Semicolon/pipe checks are commented 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Filenames passed directly to os.system()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1005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49E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82880" y="2240280"/>
            <a:ext cx="5029200" cy="2514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240280"/>
            <a:ext cx="54864" cy="2514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13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EXPLOIT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69748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Upload filename: x;echo BASE64PAYLOAD|base64 -d|python3;#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S3 event triggers Lambda → os.system() executes the injection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Injected Python writes Lambda env vars to loot.txt in S3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loot.txt (2.6 KB) contains AWS_SESSION_TOKEN and all secrets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Lambda duration: 8253 ms (vs normal &lt;100 ms)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2240280"/>
            <a:ext cx="3429000" cy="2514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2240280"/>
            <a:ext cx="54864" cy="25146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2313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043"/>
                </a:solidFill>
              </a:rPr>
              <a:t>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26974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Uncomment is_safe() checks: reject ; | and '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Change S3 Principal:* → account ARN only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After fix: rejected in 1.84 ms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Lesson 5 — Broken Access Control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Leaked source code (from Lesson 10 stack trace):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is_admin = json.loads(event.get("isAdmin", "false").lower())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508760"/>
            <a:ext cx="265176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508760"/>
            <a:ext cx="54864" cy="292608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81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</a:rPr>
              <a:t>VULNERABILITY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94767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Reads isAdmin from attacker-controlled request body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Authentication works — authorization is broken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Server literally asks client: are you an admin?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54680" y="1508760"/>
            <a:ext cx="265176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508760"/>
            <a:ext cx="54864" cy="2926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581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EXPLOIT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94767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Add "isAdmin":"true" to any request body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Read any other user's full order details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Set status:"paid" without going through checkout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Billing workflow bypassed entirely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65176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508760"/>
            <a:ext cx="54864" cy="292608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581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043"/>
                </a:solidFill>
              </a:rPr>
              <a:t>FIX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47672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Derive is_admin from verified Cognito JWT groups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Strip isAdmin and status from body before dispatch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Wrap handler in try/except → generic 500 (fixes Lesson 10)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82880" y="4572000"/>
            <a:ext cx="877824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572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2A"/>
                </a:solidFill>
              </a:rPr>
              <a:t>IMPACT 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Any authenticated user can read any order, impersonate any user, and mark orders paid without billing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Lesson 6 — Denial of Service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85800"/>
            <a:ext cx="54864" cy="37490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58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</a:rPr>
              <a:t>VULNERABILITY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No rate limiting on billing endpoint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No per-user concurrency control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Lambda processes all requests simultaneously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No idempotency or duplicate-request prevention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6858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685800"/>
            <a:ext cx="54864" cy="3749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758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EXPLOIT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14300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30 concurrent curl requests to POST /dvsa/order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action:"billing" for the same order ID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Backend overwhelmed → HTTP 500 and 502 responses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Legitimate users cannot complete payment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6858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685800"/>
            <a:ext cx="54864" cy="37490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758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043"/>
                </a:solidFill>
              </a:rPr>
              <a:t>FIX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14300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API Gateway throttling: 5 req/s, burst 10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DynamoDB idempotency keys per order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SQS queue to absorb traffic spikes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Note: throttling alone was partially effective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" y="4617720"/>
            <a:ext cx="877824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2A"/>
                </a:solidFill>
              </a:rPr>
              <a:t>IMPACT 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Billing service unavailable · Legitimate users cannot complete transactions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Lesson 7 — Over-Privileged Function (IAM)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114800"/>
                <a:gridCol w="32004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5C2A"/>
                          </a:solidFill>
                        </a:rPr>
                        <a:t>Granted (Over-Privileged)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A043"/>
                          </a:solidFill>
                        </a:rPr>
                        <a:t>Actually Needed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5C2A"/>
                          </a:solidFill>
                        </a:rPr>
                        <a:t>All buckets  (arn:aws:s3:::*)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A043"/>
                          </a:solidFill>
                        </a:rPr>
                        <a:t>Receipts bucket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DynamoDB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5C2A"/>
                          </a:solidFill>
                        </a:rPr>
                        <a:t>All tables  (table/*)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A043"/>
                          </a:solidFill>
                        </a:rPr>
                        <a:t>DVSA-ORDERS-DB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5C2A"/>
                          </a:solidFill>
                        </a:rPr>
                        <a:t>AmazonSESFullAccess (40+ actions)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A043"/>
                          </a:solidFill>
                        </a:rPr>
                        <a:t>ses:SendEmail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291840"/>
            <a:ext cx="859536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CloudTrail Analysis: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68880" y="33375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Function only used 3 actions during normal operation (logs:CreateLogStream, kms:Decrypt, sts:GetCallerIdentity) vs dozens granted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4023360"/>
            <a:ext cx="41148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4023360"/>
            <a:ext cx="54864" cy="7772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069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FIX: Scope all resource ARNs to specific resources · Replace AmazonSESFullAccess with minimal inline policy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4023360"/>
            <a:ext cx="42062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4023360"/>
            <a:ext cx="54864" cy="7772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IMPACT: If compromised → attacker inherits account-wide S3 + DynamoDB access via STS credentials in Lambda env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Lesson 8 — Logic Vulnerability (Race Condition)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85800"/>
            <a:ext cx="54864" cy="37490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58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</a:rPr>
              <a:t>VULNERABILITY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No atomic state transition on order status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Billing and completion can run simultaneously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No DynamoDB conditional locking between read and write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State depends on request timing, not workflow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6858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685800"/>
            <a:ext cx="54864" cy="3749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758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EXPLOIT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14300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Send 5 pairs of billing + complete requests concurrently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Same order ID targeted by both requests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Non-deterministic results: "order already made", "order already processed", 500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Order state becomes inconsistent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6858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685800"/>
            <a:ext cx="54864" cy="37490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758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043"/>
                </a:solidFill>
              </a:rPr>
              <a:t>FIX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14300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DynamoDB conditional update: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SET orderStatus = processing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WHERE orderStatus &lt; paid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Only one request wins — others get controlled rejection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" y="4617720"/>
            <a:ext cx="877824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2A"/>
                </a:solidFill>
              </a:rPr>
              <a:t>IMPACT 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Inconsistent order state · Potential double-processing · Billing workflow manipulation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Lesson 9 — Vulnerable Dependencies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order-manager.js — line 1 (VULNERABLE)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serialize = require('node-serialize');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41732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417320"/>
            <a:ext cx="54864" cy="32004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90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</a:rPr>
              <a:t>ROOT CAUSE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8745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node-serialize calls eval() on _$$ND_FUNC$$_ prefixed values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IIFE execution: if function ends with () — runs immediately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This is a documented feature — not a bug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Used on untrusted event.body — before any auth check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54680" y="141732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417320"/>
            <a:ext cx="54864" cy="3200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90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VS LESSON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8745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Lesson 1: attack surface — unsafe deserialization call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Lesson 9: root cause — the library itself is dangerous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Same exploit, different perspective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Fix: not just avoid unserialize() — remove the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417320"/>
            <a:ext cx="54864" cy="32004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490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043"/>
                </a:solidFill>
              </a:rPr>
              <a:t>FIX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Remove require('node-serialize') from order-manager.js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Remove from package.json dependencies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Use JSON.parse() — safe built-in alternative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1D9"/>
                </a:solidFill>
              </a:rPr>
              <a:t>Add npm audit to CI/CD pipeline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82880" y="4663440"/>
            <a:ext cx="8778240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IMPACT  Remote Code Execution — same as Lesson 1. An unsafe dependency is a permanent attack surface, not a usage problem.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Lesson 10 — Unhandled Exceptions (Stack Trace Disclosure)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84632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13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Response returned to the client (verbatim):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78408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"errorMessage": "'bool' object has no attribute 'lower'",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"errorType":    "AttributeError",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"stackTrace":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 \"/var/task/get_order.py\", line 32",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"is_admin = json.loads(event.get('isAdmin','false').lower())"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49240" y="685800"/>
            <a:ext cx="352044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685800"/>
            <a:ext cx="54864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7589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WHAT THIS REVEALS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2120" y="1170432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/var/task/get_order.py — file path + naming convention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line 32 — exact location of vulnerable code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Source code — isAdmin field name and logic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AttributeError — Python 3.x runtime confirmed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Directly enabled Lesson 5 exploit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84632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71800"/>
            <a:ext cx="54864" cy="16916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44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043"/>
                </a:solidFill>
              </a:rPr>
              <a:t>FIX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10712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Wrap lambda_handler in try/except — every exit returns controlled JSON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ValueError/KeyError/JSONDecodeError → 400 'bad request'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All other exceptions → log.exception() to CloudWatch + 500 'internal error'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</a:rPr>
              <a:t>Add input type validation before any business logic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2971800"/>
            <a:ext cx="35204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2971800"/>
            <a:ext cx="54864" cy="16916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0449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043"/>
                </a:solidFill>
              </a:rPr>
              <a:t>PRINCIPLE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32120" y="341071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Fail closed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Fail quiet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Fail logged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Lessons Learned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4980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777240"/>
            <a:ext cx="411480" cy="56692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77724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7589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Decoding ≠ Verifying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0698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Always verify JWT signatures against the JWKS endpoint. Decoding is free — anyone can do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8595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08760"/>
            <a:ext cx="54864" cy="74980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" y="1600200"/>
            <a:ext cx="411480" cy="56692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6002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15819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Never Trust the Client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189280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Any field in the request body — even one called 'isAdmin' — is attacker-controlled. Privilege from verified tokens only.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8595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31720"/>
            <a:ext cx="54864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2423160"/>
            <a:ext cx="41148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42316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4048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IAM Role = Security Boundary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7157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In serverless, the IAM execution role IS the perimeter. Over-privilege means over-blast-radius.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8595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154680"/>
            <a:ext cx="54864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" y="3246120"/>
            <a:ext cx="41148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24612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2278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 Traces Are Reconnaissance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5387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 six-line error response eliminated all guesswork in Lesson 5. Fail quiet, log to CloudWatch only.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977640"/>
            <a:ext cx="8595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977640"/>
            <a:ext cx="54864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" y="4069080"/>
            <a:ext cx="41148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406908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40507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Two Small Misconfigs Can Chain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" y="43616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Public S3 + disabled validation = credential theft. Defense in depth means fixing each layer independently.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486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Why Serverless Vulnerabilities Are High-Impact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280160" cy="77724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63040"/>
            <a:ext cx="12801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Browser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(Client)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1463040"/>
            <a:ext cx="1280160" cy="77724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463040"/>
            <a:ext cx="12801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Gateway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1463040"/>
            <a:ext cx="1828800" cy="7772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46304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ORDER-MANAGER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Lambda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731520"/>
            <a:ext cx="1371600" cy="6858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731520"/>
            <a:ext cx="1371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S3 Buckets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1371600" cy="6858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1371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DynamoDB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1371600" cy="6858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Lambdas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064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064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064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0" y="2377440"/>
            <a:ext cx="1828800" cy="411480"/>
          </a:xfrm>
          <a:prstGeom prst="rect">
            <a:avLst/>
          </a:prstGeom>
          <a:solidFill>
            <a:srgbClr val="1C212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IAM Role — inherits ALL permissions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291840"/>
            <a:ext cx="85953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single vulnerable Lambda in the center can reach everything its IAM role allows.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Code injection → credential theft → lateral movement across the entire AWS account.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0" y="3063240"/>
            <a:ext cx="457200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Ibrahim Alshayea  ·  Rakan Alsaeed  ·  Khalid Aljohani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ICS-344 · KFUPM · Term 252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github.com/ibshaya/dvsa-security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ICS-344 DVSA Security Lab</dc:title>
  <dc:subject>PptxGenJS Presentation</dc:subject>
  <dc:creator>PptxGenJS</dc:creator>
  <cp:lastModifiedBy>PptxGenJS</cp:lastModifiedBy>
  <cp:revision>1</cp:revision>
  <dcterms:created xsi:type="dcterms:W3CDTF">2026-05-01T18:48:07Z</dcterms:created>
  <dcterms:modified xsi:type="dcterms:W3CDTF">2026-05-01T18:48:07Z</dcterms:modified>
</cp:coreProperties>
</file>